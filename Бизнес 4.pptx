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7" r:id="rId5"/>
    <p:sldId id="263" r:id="rId6"/>
    <p:sldId id="25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Георгий Балух" initials="ГБ" lastIdx="1" clrIdx="0">
    <p:extLst>
      <p:ext uri="{19B8F6BF-5375-455C-9EA6-DF929625EA0E}">
        <p15:presenceInfo xmlns:p15="http://schemas.microsoft.com/office/powerpoint/2012/main" userId="6d888f6d8204562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вал 12">
            <a:extLst>
              <a:ext uri="{FF2B5EF4-FFF2-40B4-BE49-F238E27FC236}">
                <a16:creationId xmlns:a16="http://schemas.microsoft.com/office/drawing/2014/main" id="{F9046F49-5D5B-4DE2-A3CD-F322F82C9C80}"/>
              </a:ext>
            </a:extLst>
          </p:cNvPr>
          <p:cNvSpPr/>
          <p:nvPr userDrawn="1"/>
        </p:nvSpPr>
        <p:spPr>
          <a:xfrm>
            <a:off x="10286945" y="5024418"/>
            <a:ext cx="1422437" cy="142243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C084F0-3DA8-4E52-9D7F-4F32E01CE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629" y="1040210"/>
            <a:ext cx="669788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3EC5600-6F15-4FD4-822E-10715A57A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629" y="3519885"/>
            <a:ext cx="669788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B23674-7299-4851-BA97-2F2506404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A2104A-B792-4333-871E-76311CFC0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93370F-BF11-4C70-9E5B-C666C9F7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714959A-25B3-4631-8DEA-3865999DE53A}"/>
              </a:ext>
            </a:extLst>
          </p:cNvPr>
          <p:cNvSpPr/>
          <p:nvPr userDrawn="1"/>
        </p:nvSpPr>
        <p:spPr>
          <a:xfrm>
            <a:off x="-1" y="-30480"/>
            <a:ext cx="3241975" cy="3271202"/>
          </a:xfrm>
          <a:custGeom>
            <a:avLst/>
            <a:gdLst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3141785 w 3141785"/>
              <a:gd name="connsiteY2" fmla="*/ 3255962 h 3255962"/>
              <a:gd name="connsiteX3" fmla="*/ 0 w 3141785"/>
              <a:gd name="connsiteY3" fmla="*/ 3255962 h 3255962"/>
              <a:gd name="connsiteX4" fmla="*/ 0 w 3141785"/>
              <a:gd name="connsiteY4" fmla="*/ 0 h 3255962"/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474785 w 3141785"/>
              <a:gd name="connsiteY2" fmla="*/ 1701482 h 3255962"/>
              <a:gd name="connsiteX3" fmla="*/ 0 w 3141785"/>
              <a:gd name="connsiteY3" fmla="*/ 3255962 h 3255962"/>
              <a:gd name="connsiteX4" fmla="*/ 0 w 3141785"/>
              <a:gd name="connsiteY4" fmla="*/ 0 h 3255962"/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550985 w 3141785"/>
              <a:gd name="connsiteY2" fmla="*/ 1610042 h 3255962"/>
              <a:gd name="connsiteX3" fmla="*/ 0 w 3141785"/>
              <a:gd name="connsiteY3" fmla="*/ 3255962 h 3255962"/>
              <a:gd name="connsiteX4" fmla="*/ 0 w 3141785"/>
              <a:gd name="connsiteY4" fmla="*/ 0 h 3255962"/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2209800 w 3141785"/>
              <a:gd name="connsiteY2" fmla="*/ 594360 h 3255962"/>
              <a:gd name="connsiteX3" fmla="*/ 550985 w 3141785"/>
              <a:gd name="connsiteY3" fmla="*/ 1610042 h 3255962"/>
              <a:gd name="connsiteX4" fmla="*/ 0 w 3141785"/>
              <a:gd name="connsiteY4" fmla="*/ 3255962 h 3255962"/>
              <a:gd name="connsiteX5" fmla="*/ 0 w 3141785"/>
              <a:gd name="connsiteY5" fmla="*/ 0 h 3255962"/>
              <a:gd name="connsiteX0" fmla="*/ 0 w 3185160"/>
              <a:gd name="connsiteY0" fmla="*/ 0 h 3255962"/>
              <a:gd name="connsiteX1" fmla="*/ 3141785 w 3185160"/>
              <a:gd name="connsiteY1" fmla="*/ 0 h 3255962"/>
              <a:gd name="connsiteX2" fmla="*/ 3185160 w 3185160"/>
              <a:gd name="connsiteY2" fmla="*/ 929640 h 3255962"/>
              <a:gd name="connsiteX3" fmla="*/ 550985 w 3185160"/>
              <a:gd name="connsiteY3" fmla="*/ 1610042 h 3255962"/>
              <a:gd name="connsiteX4" fmla="*/ 0 w 3185160"/>
              <a:gd name="connsiteY4" fmla="*/ 3255962 h 3255962"/>
              <a:gd name="connsiteX5" fmla="*/ 0 w 318516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782478 w 3279700"/>
              <a:gd name="connsiteY3" fmla="*/ 180681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782478 w 3279700"/>
              <a:gd name="connsiteY3" fmla="*/ 180681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143681"/>
              <a:gd name="connsiteY0" fmla="*/ 0 h 3255962"/>
              <a:gd name="connsiteX1" fmla="*/ 3141785 w 3143681"/>
              <a:gd name="connsiteY1" fmla="*/ 0 h 3255962"/>
              <a:gd name="connsiteX2" fmla="*/ 2861069 w 3143681"/>
              <a:gd name="connsiteY2" fmla="*/ 883342 h 3255962"/>
              <a:gd name="connsiteX3" fmla="*/ 782478 w 3143681"/>
              <a:gd name="connsiteY3" fmla="*/ 1806812 h 3255962"/>
              <a:gd name="connsiteX4" fmla="*/ 0 w 3143681"/>
              <a:gd name="connsiteY4" fmla="*/ 3255962 h 3255962"/>
              <a:gd name="connsiteX5" fmla="*/ 0 w 3143681"/>
              <a:gd name="connsiteY5" fmla="*/ 0 h 3255962"/>
              <a:gd name="connsiteX0" fmla="*/ 0 w 3221257"/>
              <a:gd name="connsiteY0" fmla="*/ 0 h 3255962"/>
              <a:gd name="connsiteX1" fmla="*/ 3141785 w 3221257"/>
              <a:gd name="connsiteY1" fmla="*/ 0 h 3255962"/>
              <a:gd name="connsiteX2" fmla="*/ 3104909 w 3221257"/>
              <a:gd name="connsiteY2" fmla="*/ 929062 h 3255962"/>
              <a:gd name="connsiteX3" fmla="*/ 782478 w 3221257"/>
              <a:gd name="connsiteY3" fmla="*/ 1806812 h 3255962"/>
              <a:gd name="connsiteX4" fmla="*/ 0 w 3221257"/>
              <a:gd name="connsiteY4" fmla="*/ 3255962 h 3255962"/>
              <a:gd name="connsiteX5" fmla="*/ 0 w 3221257"/>
              <a:gd name="connsiteY5" fmla="*/ 0 h 3255962"/>
              <a:gd name="connsiteX0" fmla="*/ 0 w 3176736"/>
              <a:gd name="connsiteY0" fmla="*/ 0 h 3255962"/>
              <a:gd name="connsiteX1" fmla="*/ 3141785 w 3176736"/>
              <a:gd name="connsiteY1" fmla="*/ 0 h 3255962"/>
              <a:gd name="connsiteX2" fmla="*/ 3028709 w 3176736"/>
              <a:gd name="connsiteY2" fmla="*/ 990022 h 3255962"/>
              <a:gd name="connsiteX3" fmla="*/ 782478 w 3176736"/>
              <a:gd name="connsiteY3" fmla="*/ 1806812 h 3255962"/>
              <a:gd name="connsiteX4" fmla="*/ 0 w 3176736"/>
              <a:gd name="connsiteY4" fmla="*/ 3255962 h 3255962"/>
              <a:gd name="connsiteX5" fmla="*/ 0 w 3176736"/>
              <a:gd name="connsiteY5" fmla="*/ 0 h 3255962"/>
              <a:gd name="connsiteX0" fmla="*/ 0 w 3394732"/>
              <a:gd name="connsiteY0" fmla="*/ 0 h 3255962"/>
              <a:gd name="connsiteX1" fmla="*/ 3141785 w 3394732"/>
              <a:gd name="connsiteY1" fmla="*/ 0 h 3255962"/>
              <a:gd name="connsiteX2" fmla="*/ 3028709 w 3394732"/>
              <a:gd name="connsiteY2" fmla="*/ 990022 h 3255962"/>
              <a:gd name="connsiteX3" fmla="*/ 782478 w 3394732"/>
              <a:gd name="connsiteY3" fmla="*/ 1806812 h 3255962"/>
              <a:gd name="connsiteX4" fmla="*/ 0 w 3394732"/>
              <a:gd name="connsiteY4" fmla="*/ 3255962 h 3255962"/>
              <a:gd name="connsiteX5" fmla="*/ 0 w 3394732"/>
              <a:gd name="connsiteY5" fmla="*/ 0 h 3255962"/>
              <a:gd name="connsiteX0" fmla="*/ 0 w 3241975"/>
              <a:gd name="connsiteY0" fmla="*/ 15240 h 3271202"/>
              <a:gd name="connsiteX1" fmla="*/ 2806505 w 3241975"/>
              <a:gd name="connsiteY1" fmla="*/ 0 h 3271202"/>
              <a:gd name="connsiteX2" fmla="*/ 3028709 w 3241975"/>
              <a:gd name="connsiteY2" fmla="*/ 1005262 h 3271202"/>
              <a:gd name="connsiteX3" fmla="*/ 782478 w 3241975"/>
              <a:gd name="connsiteY3" fmla="*/ 1822052 h 3271202"/>
              <a:gd name="connsiteX4" fmla="*/ 0 w 3241975"/>
              <a:gd name="connsiteY4" fmla="*/ 3271202 h 3271202"/>
              <a:gd name="connsiteX5" fmla="*/ 0 w 3241975"/>
              <a:gd name="connsiteY5" fmla="*/ 15240 h 3271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1975" h="3271202">
                <a:moveTo>
                  <a:pt x="0" y="15240"/>
                </a:moveTo>
                <a:lnTo>
                  <a:pt x="2806505" y="0"/>
                </a:lnTo>
                <a:cubicBezTo>
                  <a:pt x="3311290" y="165004"/>
                  <a:pt x="3366047" y="701587"/>
                  <a:pt x="3028709" y="1005262"/>
                </a:cubicBezTo>
                <a:cubicBezTo>
                  <a:pt x="2691371" y="1308937"/>
                  <a:pt x="1287263" y="1444395"/>
                  <a:pt x="782478" y="1822052"/>
                </a:cubicBezTo>
                <a:cubicBezTo>
                  <a:pt x="277693" y="2199709"/>
                  <a:pt x="183662" y="2722562"/>
                  <a:pt x="0" y="3271202"/>
                </a:cubicBezTo>
                <a:lnTo>
                  <a:pt x="0" y="152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06309EB-C297-4754-84AD-052B2710CC84}"/>
              </a:ext>
            </a:extLst>
          </p:cNvPr>
          <p:cNvSpPr/>
          <p:nvPr userDrawn="1"/>
        </p:nvSpPr>
        <p:spPr>
          <a:xfrm>
            <a:off x="3108960" y="4612005"/>
            <a:ext cx="9144000" cy="2387600"/>
          </a:xfrm>
          <a:custGeom>
            <a:avLst/>
            <a:gdLst>
              <a:gd name="connsiteX0" fmla="*/ 0 w 8915400"/>
              <a:gd name="connsiteY0" fmla="*/ 0 h 2057400"/>
              <a:gd name="connsiteX1" fmla="*/ 8915400 w 8915400"/>
              <a:gd name="connsiteY1" fmla="*/ 0 h 2057400"/>
              <a:gd name="connsiteX2" fmla="*/ 8915400 w 8915400"/>
              <a:gd name="connsiteY2" fmla="*/ 2057400 h 2057400"/>
              <a:gd name="connsiteX3" fmla="*/ 0 w 8915400"/>
              <a:gd name="connsiteY3" fmla="*/ 2057400 h 2057400"/>
              <a:gd name="connsiteX4" fmla="*/ 0 w 8915400"/>
              <a:gd name="connsiteY4" fmla="*/ 0 h 2057400"/>
              <a:gd name="connsiteX0" fmla="*/ 2575560 w 8915400"/>
              <a:gd name="connsiteY0" fmla="*/ 1173480 h 2057400"/>
              <a:gd name="connsiteX1" fmla="*/ 8915400 w 8915400"/>
              <a:gd name="connsiteY1" fmla="*/ 0 h 2057400"/>
              <a:gd name="connsiteX2" fmla="*/ 8915400 w 8915400"/>
              <a:gd name="connsiteY2" fmla="*/ 2057400 h 2057400"/>
              <a:gd name="connsiteX3" fmla="*/ 0 w 8915400"/>
              <a:gd name="connsiteY3" fmla="*/ 2057400 h 2057400"/>
              <a:gd name="connsiteX4" fmla="*/ 2575560 w 8915400"/>
              <a:gd name="connsiteY4" fmla="*/ 1173480 h 2057400"/>
              <a:gd name="connsiteX0" fmla="*/ 2575560 w 8915400"/>
              <a:gd name="connsiteY0" fmla="*/ 1173480 h 2057400"/>
              <a:gd name="connsiteX1" fmla="*/ 6629400 w 8915400"/>
              <a:gd name="connsiteY1" fmla="*/ 381000 h 2057400"/>
              <a:gd name="connsiteX2" fmla="*/ 8915400 w 8915400"/>
              <a:gd name="connsiteY2" fmla="*/ 0 h 2057400"/>
              <a:gd name="connsiteX3" fmla="*/ 8915400 w 8915400"/>
              <a:gd name="connsiteY3" fmla="*/ 2057400 h 2057400"/>
              <a:gd name="connsiteX4" fmla="*/ 0 w 8915400"/>
              <a:gd name="connsiteY4" fmla="*/ 2057400 h 2057400"/>
              <a:gd name="connsiteX5" fmla="*/ 2575560 w 8915400"/>
              <a:gd name="connsiteY5" fmla="*/ 1173480 h 2057400"/>
              <a:gd name="connsiteX0" fmla="*/ 2575560 w 8915400"/>
              <a:gd name="connsiteY0" fmla="*/ 1173480 h 2057400"/>
              <a:gd name="connsiteX1" fmla="*/ 7376160 w 8915400"/>
              <a:gd name="connsiteY1" fmla="*/ 1219200 h 2057400"/>
              <a:gd name="connsiteX2" fmla="*/ 8915400 w 8915400"/>
              <a:gd name="connsiteY2" fmla="*/ 0 h 2057400"/>
              <a:gd name="connsiteX3" fmla="*/ 8915400 w 8915400"/>
              <a:gd name="connsiteY3" fmla="*/ 2057400 h 2057400"/>
              <a:gd name="connsiteX4" fmla="*/ 0 w 8915400"/>
              <a:gd name="connsiteY4" fmla="*/ 2057400 h 2057400"/>
              <a:gd name="connsiteX5" fmla="*/ 2575560 w 8915400"/>
              <a:gd name="connsiteY5" fmla="*/ 1173480 h 2057400"/>
              <a:gd name="connsiteX0" fmla="*/ 2575560 w 8915400"/>
              <a:gd name="connsiteY0" fmla="*/ 1185090 h 2069010"/>
              <a:gd name="connsiteX1" fmla="*/ 7376160 w 8915400"/>
              <a:gd name="connsiteY1" fmla="*/ 1230810 h 2069010"/>
              <a:gd name="connsiteX2" fmla="*/ 8915400 w 8915400"/>
              <a:gd name="connsiteY2" fmla="*/ 11610 h 2069010"/>
              <a:gd name="connsiteX3" fmla="*/ 8915400 w 8915400"/>
              <a:gd name="connsiteY3" fmla="*/ 2069010 h 2069010"/>
              <a:gd name="connsiteX4" fmla="*/ 0 w 8915400"/>
              <a:gd name="connsiteY4" fmla="*/ 2069010 h 2069010"/>
              <a:gd name="connsiteX5" fmla="*/ 2575560 w 8915400"/>
              <a:gd name="connsiteY5" fmla="*/ 1185090 h 2069010"/>
              <a:gd name="connsiteX0" fmla="*/ 2837328 w 9177168"/>
              <a:gd name="connsiteY0" fmla="*/ 1185090 h 2069010"/>
              <a:gd name="connsiteX1" fmla="*/ 7637928 w 9177168"/>
              <a:gd name="connsiteY1" fmla="*/ 1230810 h 2069010"/>
              <a:gd name="connsiteX2" fmla="*/ 9177168 w 9177168"/>
              <a:gd name="connsiteY2" fmla="*/ 11610 h 2069010"/>
              <a:gd name="connsiteX3" fmla="*/ 9177168 w 9177168"/>
              <a:gd name="connsiteY3" fmla="*/ 2069010 h 2069010"/>
              <a:gd name="connsiteX4" fmla="*/ 261768 w 9177168"/>
              <a:gd name="connsiteY4" fmla="*/ 2069010 h 2069010"/>
              <a:gd name="connsiteX5" fmla="*/ 2837328 w 9177168"/>
              <a:gd name="connsiteY5" fmla="*/ 1185090 h 206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77168" h="2069010">
                <a:moveTo>
                  <a:pt x="2837328" y="1185090"/>
                </a:moveTo>
                <a:cubicBezTo>
                  <a:pt x="4066688" y="1045390"/>
                  <a:pt x="6581288" y="1426390"/>
                  <a:pt x="7637928" y="1230810"/>
                </a:cubicBezTo>
                <a:cubicBezTo>
                  <a:pt x="8694568" y="1035230"/>
                  <a:pt x="8920628" y="-128090"/>
                  <a:pt x="9177168" y="11610"/>
                </a:cubicBezTo>
                <a:lnTo>
                  <a:pt x="9177168" y="2069010"/>
                </a:lnTo>
                <a:lnTo>
                  <a:pt x="261768" y="2069010"/>
                </a:lnTo>
                <a:cubicBezTo>
                  <a:pt x="-794872" y="1921690"/>
                  <a:pt x="1607968" y="1324790"/>
                  <a:pt x="2837328" y="118509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47F97C3-115D-4059-98C1-81AF44962C91}"/>
              </a:ext>
            </a:extLst>
          </p:cNvPr>
          <p:cNvSpPr/>
          <p:nvPr userDrawn="1"/>
        </p:nvSpPr>
        <p:spPr>
          <a:xfrm>
            <a:off x="10836355" y="-379570"/>
            <a:ext cx="1949290" cy="19492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97EE5C7-EF86-4EE1-9700-A58367938A1B}"/>
              </a:ext>
            </a:extLst>
          </p:cNvPr>
          <p:cNvSpPr/>
          <p:nvPr userDrawn="1"/>
        </p:nvSpPr>
        <p:spPr>
          <a:xfrm>
            <a:off x="9511190" y="456328"/>
            <a:ext cx="775810" cy="7758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A7AB70A-DD20-4CC3-AB82-1AF899DEA166}"/>
              </a:ext>
            </a:extLst>
          </p:cNvPr>
          <p:cNvSpPr/>
          <p:nvPr userDrawn="1"/>
        </p:nvSpPr>
        <p:spPr>
          <a:xfrm>
            <a:off x="4861556" y="-642852"/>
            <a:ext cx="3383284" cy="1532146"/>
          </a:xfrm>
          <a:custGeom>
            <a:avLst/>
            <a:gdLst>
              <a:gd name="connsiteX0" fmla="*/ 0 w 2164080"/>
              <a:gd name="connsiteY0" fmla="*/ 1082040 h 2164080"/>
              <a:gd name="connsiteX1" fmla="*/ 1082040 w 2164080"/>
              <a:gd name="connsiteY1" fmla="*/ 0 h 2164080"/>
              <a:gd name="connsiteX2" fmla="*/ 2164080 w 2164080"/>
              <a:gd name="connsiteY2" fmla="*/ 1082040 h 2164080"/>
              <a:gd name="connsiteX3" fmla="*/ 1082040 w 2164080"/>
              <a:gd name="connsiteY3" fmla="*/ 2164080 h 2164080"/>
              <a:gd name="connsiteX4" fmla="*/ 0 w 2164080"/>
              <a:gd name="connsiteY4" fmla="*/ 1082040 h 2164080"/>
              <a:gd name="connsiteX0" fmla="*/ 10 w 2164090"/>
              <a:gd name="connsiteY0" fmla="*/ 1082040 h 1542254"/>
              <a:gd name="connsiteX1" fmla="*/ 1082050 w 2164090"/>
              <a:gd name="connsiteY1" fmla="*/ 0 h 1542254"/>
              <a:gd name="connsiteX2" fmla="*/ 2164090 w 2164090"/>
              <a:gd name="connsiteY2" fmla="*/ 1082040 h 1542254"/>
              <a:gd name="connsiteX3" fmla="*/ 1066810 w 2164090"/>
              <a:gd name="connsiteY3" fmla="*/ 1524000 h 1542254"/>
              <a:gd name="connsiteX4" fmla="*/ 10 w 2164090"/>
              <a:gd name="connsiteY4" fmla="*/ 1082040 h 1542254"/>
              <a:gd name="connsiteX0" fmla="*/ 9 w 2910849"/>
              <a:gd name="connsiteY0" fmla="*/ 1087221 h 1534942"/>
              <a:gd name="connsiteX1" fmla="*/ 1082049 w 2910849"/>
              <a:gd name="connsiteY1" fmla="*/ 5181 h 1534942"/>
              <a:gd name="connsiteX2" fmla="*/ 2910849 w 2910849"/>
              <a:gd name="connsiteY2" fmla="*/ 812901 h 1534942"/>
              <a:gd name="connsiteX3" fmla="*/ 1066809 w 2910849"/>
              <a:gd name="connsiteY3" fmla="*/ 1529181 h 1534942"/>
              <a:gd name="connsiteX4" fmla="*/ 9 w 2910849"/>
              <a:gd name="connsiteY4" fmla="*/ 1087221 h 1534942"/>
              <a:gd name="connsiteX0" fmla="*/ 4 w 3383284"/>
              <a:gd name="connsiteY0" fmla="*/ 581891 h 1532146"/>
              <a:gd name="connsiteX1" fmla="*/ 1554484 w 3383284"/>
              <a:gd name="connsiteY1" fmla="*/ 2771 h 1532146"/>
              <a:gd name="connsiteX2" fmla="*/ 3383284 w 3383284"/>
              <a:gd name="connsiteY2" fmla="*/ 810491 h 1532146"/>
              <a:gd name="connsiteX3" fmla="*/ 1539244 w 3383284"/>
              <a:gd name="connsiteY3" fmla="*/ 1526771 h 1532146"/>
              <a:gd name="connsiteX4" fmla="*/ 4 w 3383284"/>
              <a:gd name="connsiteY4" fmla="*/ 581891 h 153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3284" h="1532146">
                <a:moveTo>
                  <a:pt x="4" y="581891"/>
                </a:moveTo>
                <a:cubicBezTo>
                  <a:pt x="2544" y="327891"/>
                  <a:pt x="990604" y="-35329"/>
                  <a:pt x="1554484" y="2771"/>
                </a:cubicBezTo>
                <a:cubicBezTo>
                  <a:pt x="2118364" y="40871"/>
                  <a:pt x="3383284" y="212897"/>
                  <a:pt x="3383284" y="810491"/>
                </a:cubicBezTo>
                <a:cubicBezTo>
                  <a:pt x="3383284" y="1408085"/>
                  <a:pt x="2103124" y="1564871"/>
                  <a:pt x="1539244" y="1526771"/>
                </a:cubicBezTo>
                <a:cubicBezTo>
                  <a:pt x="975364" y="1488671"/>
                  <a:pt x="-2536" y="835891"/>
                  <a:pt x="4" y="58189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 descr="Изображение выглядит как человек, кровать, внутренний, рама картины&#10;&#10;Автоматически созданное описание">
            <a:extLst>
              <a:ext uri="{FF2B5EF4-FFF2-40B4-BE49-F238E27FC236}">
                <a16:creationId xmlns:a16="http://schemas.microsoft.com/office/drawing/2014/main" id="{B9C9D22C-E622-47D6-9078-0C24ECB4E6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8" r="10243"/>
          <a:stretch>
            <a:fillRect/>
          </a:stretch>
        </p:blipFill>
        <p:spPr>
          <a:xfrm>
            <a:off x="954065" y="1414639"/>
            <a:ext cx="4054844" cy="4026341"/>
          </a:xfrm>
          <a:custGeom>
            <a:avLst/>
            <a:gdLst>
              <a:gd name="connsiteX0" fmla="*/ 2027403 w 4054844"/>
              <a:gd name="connsiteY0" fmla="*/ 0 h 4026341"/>
              <a:gd name="connsiteX1" fmla="*/ 2027441 w 4054844"/>
              <a:gd name="connsiteY1" fmla="*/ 0 h 4026341"/>
              <a:gd name="connsiteX2" fmla="*/ 2234714 w 4054844"/>
              <a:gd name="connsiteY2" fmla="*/ 10467 h 4026341"/>
              <a:gd name="connsiteX3" fmla="*/ 4054844 w 4054844"/>
              <a:gd name="connsiteY3" fmla="*/ 2027421 h 4026341"/>
              <a:gd name="connsiteX4" fmla="*/ 2436018 w 4054844"/>
              <a:gd name="connsiteY4" fmla="*/ 4013653 h 4026341"/>
              <a:gd name="connsiteX5" fmla="*/ 2352883 w 4054844"/>
              <a:gd name="connsiteY5" fmla="*/ 4026341 h 4026341"/>
              <a:gd name="connsiteX6" fmla="*/ 1701962 w 4054844"/>
              <a:gd name="connsiteY6" fmla="*/ 4026341 h 4026341"/>
              <a:gd name="connsiteX7" fmla="*/ 1618826 w 4054844"/>
              <a:gd name="connsiteY7" fmla="*/ 4013653 h 4026341"/>
              <a:gd name="connsiteX8" fmla="*/ 0 w 4054844"/>
              <a:gd name="connsiteY8" fmla="*/ 2027421 h 4026341"/>
              <a:gd name="connsiteX9" fmla="*/ 1820130 w 4054844"/>
              <a:gd name="connsiteY9" fmla="*/ 10467 h 402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54844" h="4026341">
                <a:moveTo>
                  <a:pt x="2027403" y="0"/>
                </a:moveTo>
                <a:lnTo>
                  <a:pt x="2027441" y="0"/>
                </a:lnTo>
                <a:lnTo>
                  <a:pt x="2234714" y="10467"/>
                </a:lnTo>
                <a:cubicBezTo>
                  <a:pt x="3257054" y="114291"/>
                  <a:pt x="4054844" y="977689"/>
                  <a:pt x="4054844" y="2027421"/>
                </a:cubicBezTo>
                <a:cubicBezTo>
                  <a:pt x="4054844" y="3007171"/>
                  <a:pt x="3359880" y="3824604"/>
                  <a:pt x="2436018" y="4013653"/>
                </a:cubicBezTo>
                <a:lnTo>
                  <a:pt x="2352883" y="4026341"/>
                </a:lnTo>
                <a:lnTo>
                  <a:pt x="1701962" y="4026341"/>
                </a:lnTo>
                <a:lnTo>
                  <a:pt x="1618826" y="4013653"/>
                </a:lnTo>
                <a:cubicBezTo>
                  <a:pt x="694964" y="3824604"/>
                  <a:pt x="0" y="3007171"/>
                  <a:pt x="0" y="2027421"/>
                </a:cubicBezTo>
                <a:cubicBezTo>
                  <a:pt x="0" y="977689"/>
                  <a:pt x="797790" y="114291"/>
                  <a:pt x="1820130" y="1046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722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7995E-C759-4037-B9C5-11001E63D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10134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E1BE60-37F4-4A02-A69C-2067590E1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825625"/>
            <a:ext cx="10134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69ED11-1DFD-435F-8121-0AF48E3CE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386F23-78F8-497B-AF05-9E0ADCC6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8041E-F752-4CBD-867F-C874B5D0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C9EE62A3-C3F9-4BA2-927E-6D326B7F5727}"/>
              </a:ext>
            </a:extLst>
          </p:cNvPr>
          <p:cNvSpPr/>
          <p:nvPr userDrawn="1"/>
        </p:nvSpPr>
        <p:spPr>
          <a:xfrm>
            <a:off x="10716047" y="5453520"/>
            <a:ext cx="993335" cy="9933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8">
            <a:extLst>
              <a:ext uri="{FF2B5EF4-FFF2-40B4-BE49-F238E27FC236}">
                <a16:creationId xmlns:a16="http://schemas.microsoft.com/office/drawing/2014/main" id="{EFA1AE53-6301-4349-B71F-63EF271B1D7C}"/>
              </a:ext>
            </a:extLst>
          </p:cNvPr>
          <p:cNvSpPr/>
          <p:nvPr userDrawn="1"/>
        </p:nvSpPr>
        <p:spPr>
          <a:xfrm>
            <a:off x="-1" y="-30480"/>
            <a:ext cx="1905001" cy="1922175"/>
          </a:xfrm>
          <a:custGeom>
            <a:avLst/>
            <a:gdLst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3141785 w 3141785"/>
              <a:gd name="connsiteY2" fmla="*/ 3255962 h 3255962"/>
              <a:gd name="connsiteX3" fmla="*/ 0 w 3141785"/>
              <a:gd name="connsiteY3" fmla="*/ 3255962 h 3255962"/>
              <a:gd name="connsiteX4" fmla="*/ 0 w 3141785"/>
              <a:gd name="connsiteY4" fmla="*/ 0 h 3255962"/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474785 w 3141785"/>
              <a:gd name="connsiteY2" fmla="*/ 1701482 h 3255962"/>
              <a:gd name="connsiteX3" fmla="*/ 0 w 3141785"/>
              <a:gd name="connsiteY3" fmla="*/ 3255962 h 3255962"/>
              <a:gd name="connsiteX4" fmla="*/ 0 w 3141785"/>
              <a:gd name="connsiteY4" fmla="*/ 0 h 3255962"/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550985 w 3141785"/>
              <a:gd name="connsiteY2" fmla="*/ 1610042 h 3255962"/>
              <a:gd name="connsiteX3" fmla="*/ 0 w 3141785"/>
              <a:gd name="connsiteY3" fmla="*/ 3255962 h 3255962"/>
              <a:gd name="connsiteX4" fmla="*/ 0 w 3141785"/>
              <a:gd name="connsiteY4" fmla="*/ 0 h 3255962"/>
              <a:gd name="connsiteX0" fmla="*/ 0 w 3141785"/>
              <a:gd name="connsiteY0" fmla="*/ 0 h 3255962"/>
              <a:gd name="connsiteX1" fmla="*/ 3141785 w 3141785"/>
              <a:gd name="connsiteY1" fmla="*/ 0 h 3255962"/>
              <a:gd name="connsiteX2" fmla="*/ 2209800 w 3141785"/>
              <a:gd name="connsiteY2" fmla="*/ 594360 h 3255962"/>
              <a:gd name="connsiteX3" fmla="*/ 550985 w 3141785"/>
              <a:gd name="connsiteY3" fmla="*/ 1610042 h 3255962"/>
              <a:gd name="connsiteX4" fmla="*/ 0 w 3141785"/>
              <a:gd name="connsiteY4" fmla="*/ 3255962 h 3255962"/>
              <a:gd name="connsiteX5" fmla="*/ 0 w 3141785"/>
              <a:gd name="connsiteY5" fmla="*/ 0 h 3255962"/>
              <a:gd name="connsiteX0" fmla="*/ 0 w 3185160"/>
              <a:gd name="connsiteY0" fmla="*/ 0 h 3255962"/>
              <a:gd name="connsiteX1" fmla="*/ 3141785 w 3185160"/>
              <a:gd name="connsiteY1" fmla="*/ 0 h 3255962"/>
              <a:gd name="connsiteX2" fmla="*/ 3185160 w 3185160"/>
              <a:gd name="connsiteY2" fmla="*/ 929640 h 3255962"/>
              <a:gd name="connsiteX3" fmla="*/ 550985 w 3185160"/>
              <a:gd name="connsiteY3" fmla="*/ 1610042 h 3255962"/>
              <a:gd name="connsiteX4" fmla="*/ 0 w 3185160"/>
              <a:gd name="connsiteY4" fmla="*/ 3255962 h 3255962"/>
              <a:gd name="connsiteX5" fmla="*/ 0 w 318516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550985 w 3279700"/>
              <a:gd name="connsiteY3" fmla="*/ 161004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782478 w 3279700"/>
              <a:gd name="connsiteY3" fmla="*/ 180681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279700"/>
              <a:gd name="connsiteY0" fmla="*/ 0 h 3255962"/>
              <a:gd name="connsiteX1" fmla="*/ 3141785 w 3279700"/>
              <a:gd name="connsiteY1" fmla="*/ 0 h 3255962"/>
              <a:gd name="connsiteX2" fmla="*/ 3185160 w 3279700"/>
              <a:gd name="connsiteY2" fmla="*/ 929640 h 3255962"/>
              <a:gd name="connsiteX3" fmla="*/ 782478 w 3279700"/>
              <a:gd name="connsiteY3" fmla="*/ 1806812 h 3255962"/>
              <a:gd name="connsiteX4" fmla="*/ 0 w 3279700"/>
              <a:gd name="connsiteY4" fmla="*/ 3255962 h 3255962"/>
              <a:gd name="connsiteX5" fmla="*/ 0 w 3279700"/>
              <a:gd name="connsiteY5" fmla="*/ 0 h 3255962"/>
              <a:gd name="connsiteX0" fmla="*/ 0 w 3143681"/>
              <a:gd name="connsiteY0" fmla="*/ 0 h 3255962"/>
              <a:gd name="connsiteX1" fmla="*/ 3141785 w 3143681"/>
              <a:gd name="connsiteY1" fmla="*/ 0 h 3255962"/>
              <a:gd name="connsiteX2" fmla="*/ 2861069 w 3143681"/>
              <a:gd name="connsiteY2" fmla="*/ 883342 h 3255962"/>
              <a:gd name="connsiteX3" fmla="*/ 782478 w 3143681"/>
              <a:gd name="connsiteY3" fmla="*/ 1806812 h 3255962"/>
              <a:gd name="connsiteX4" fmla="*/ 0 w 3143681"/>
              <a:gd name="connsiteY4" fmla="*/ 3255962 h 3255962"/>
              <a:gd name="connsiteX5" fmla="*/ 0 w 3143681"/>
              <a:gd name="connsiteY5" fmla="*/ 0 h 3255962"/>
              <a:gd name="connsiteX0" fmla="*/ 0 w 3221257"/>
              <a:gd name="connsiteY0" fmla="*/ 0 h 3255962"/>
              <a:gd name="connsiteX1" fmla="*/ 3141785 w 3221257"/>
              <a:gd name="connsiteY1" fmla="*/ 0 h 3255962"/>
              <a:gd name="connsiteX2" fmla="*/ 3104909 w 3221257"/>
              <a:gd name="connsiteY2" fmla="*/ 929062 h 3255962"/>
              <a:gd name="connsiteX3" fmla="*/ 782478 w 3221257"/>
              <a:gd name="connsiteY3" fmla="*/ 1806812 h 3255962"/>
              <a:gd name="connsiteX4" fmla="*/ 0 w 3221257"/>
              <a:gd name="connsiteY4" fmla="*/ 3255962 h 3255962"/>
              <a:gd name="connsiteX5" fmla="*/ 0 w 3221257"/>
              <a:gd name="connsiteY5" fmla="*/ 0 h 3255962"/>
              <a:gd name="connsiteX0" fmla="*/ 0 w 3176736"/>
              <a:gd name="connsiteY0" fmla="*/ 0 h 3255962"/>
              <a:gd name="connsiteX1" fmla="*/ 3141785 w 3176736"/>
              <a:gd name="connsiteY1" fmla="*/ 0 h 3255962"/>
              <a:gd name="connsiteX2" fmla="*/ 3028709 w 3176736"/>
              <a:gd name="connsiteY2" fmla="*/ 990022 h 3255962"/>
              <a:gd name="connsiteX3" fmla="*/ 782478 w 3176736"/>
              <a:gd name="connsiteY3" fmla="*/ 1806812 h 3255962"/>
              <a:gd name="connsiteX4" fmla="*/ 0 w 3176736"/>
              <a:gd name="connsiteY4" fmla="*/ 3255962 h 3255962"/>
              <a:gd name="connsiteX5" fmla="*/ 0 w 3176736"/>
              <a:gd name="connsiteY5" fmla="*/ 0 h 3255962"/>
              <a:gd name="connsiteX0" fmla="*/ 0 w 3394732"/>
              <a:gd name="connsiteY0" fmla="*/ 0 h 3255962"/>
              <a:gd name="connsiteX1" fmla="*/ 3141785 w 3394732"/>
              <a:gd name="connsiteY1" fmla="*/ 0 h 3255962"/>
              <a:gd name="connsiteX2" fmla="*/ 3028709 w 3394732"/>
              <a:gd name="connsiteY2" fmla="*/ 990022 h 3255962"/>
              <a:gd name="connsiteX3" fmla="*/ 782478 w 3394732"/>
              <a:gd name="connsiteY3" fmla="*/ 1806812 h 3255962"/>
              <a:gd name="connsiteX4" fmla="*/ 0 w 3394732"/>
              <a:gd name="connsiteY4" fmla="*/ 3255962 h 3255962"/>
              <a:gd name="connsiteX5" fmla="*/ 0 w 3394732"/>
              <a:gd name="connsiteY5" fmla="*/ 0 h 3255962"/>
              <a:gd name="connsiteX0" fmla="*/ 0 w 3241975"/>
              <a:gd name="connsiteY0" fmla="*/ 15240 h 3271202"/>
              <a:gd name="connsiteX1" fmla="*/ 2806505 w 3241975"/>
              <a:gd name="connsiteY1" fmla="*/ 0 h 3271202"/>
              <a:gd name="connsiteX2" fmla="*/ 3028709 w 3241975"/>
              <a:gd name="connsiteY2" fmla="*/ 1005262 h 3271202"/>
              <a:gd name="connsiteX3" fmla="*/ 782478 w 3241975"/>
              <a:gd name="connsiteY3" fmla="*/ 1822052 h 3271202"/>
              <a:gd name="connsiteX4" fmla="*/ 0 w 3241975"/>
              <a:gd name="connsiteY4" fmla="*/ 3271202 h 3271202"/>
              <a:gd name="connsiteX5" fmla="*/ 0 w 3241975"/>
              <a:gd name="connsiteY5" fmla="*/ 15240 h 3271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1975" h="3271202">
                <a:moveTo>
                  <a:pt x="0" y="15240"/>
                </a:moveTo>
                <a:lnTo>
                  <a:pt x="2806505" y="0"/>
                </a:lnTo>
                <a:cubicBezTo>
                  <a:pt x="3311290" y="165004"/>
                  <a:pt x="3366047" y="701587"/>
                  <a:pt x="3028709" y="1005262"/>
                </a:cubicBezTo>
                <a:cubicBezTo>
                  <a:pt x="2691371" y="1308937"/>
                  <a:pt x="1287263" y="1444395"/>
                  <a:pt x="782478" y="1822052"/>
                </a:cubicBezTo>
                <a:cubicBezTo>
                  <a:pt x="277693" y="2199709"/>
                  <a:pt x="183662" y="2722562"/>
                  <a:pt x="0" y="3271202"/>
                </a:cubicBezTo>
                <a:lnTo>
                  <a:pt x="0" y="152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9">
            <a:extLst>
              <a:ext uri="{FF2B5EF4-FFF2-40B4-BE49-F238E27FC236}">
                <a16:creationId xmlns:a16="http://schemas.microsoft.com/office/drawing/2014/main" id="{A52FCC32-0A46-497B-8553-CF89576E978F}"/>
              </a:ext>
            </a:extLst>
          </p:cNvPr>
          <p:cNvSpPr/>
          <p:nvPr userDrawn="1"/>
        </p:nvSpPr>
        <p:spPr>
          <a:xfrm>
            <a:off x="5867400" y="5332263"/>
            <a:ext cx="6385560" cy="1667341"/>
          </a:xfrm>
          <a:custGeom>
            <a:avLst/>
            <a:gdLst>
              <a:gd name="connsiteX0" fmla="*/ 0 w 8915400"/>
              <a:gd name="connsiteY0" fmla="*/ 0 h 2057400"/>
              <a:gd name="connsiteX1" fmla="*/ 8915400 w 8915400"/>
              <a:gd name="connsiteY1" fmla="*/ 0 h 2057400"/>
              <a:gd name="connsiteX2" fmla="*/ 8915400 w 8915400"/>
              <a:gd name="connsiteY2" fmla="*/ 2057400 h 2057400"/>
              <a:gd name="connsiteX3" fmla="*/ 0 w 8915400"/>
              <a:gd name="connsiteY3" fmla="*/ 2057400 h 2057400"/>
              <a:gd name="connsiteX4" fmla="*/ 0 w 8915400"/>
              <a:gd name="connsiteY4" fmla="*/ 0 h 2057400"/>
              <a:gd name="connsiteX0" fmla="*/ 2575560 w 8915400"/>
              <a:gd name="connsiteY0" fmla="*/ 1173480 h 2057400"/>
              <a:gd name="connsiteX1" fmla="*/ 8915400 w 8915400"/>
              <a:gd name="connsiteY1" fmla="*/ 0 h 2057400"/>
              <a:gd name="connsiteX2" fmla="*/ 8915400 w 8915400"/>
              <a:gd name="connsiteY2" fmla="*/ 2057400 h 2057400"/>
              <a:gd name="connsiteX3" fmla="*/ 0 w 8915400"/>
              <a:gd name="connsiteY3" fmla="*/ 2057400 h 2057400"/>
              <a:gd name="connsiteX4" fmla="*/ 2575560 w 8915400"/>
              <a:gd name="connsiteY4" fmla="*/ 1173480 h 2057400"/>
              <a:gd name="connsiteX0" fmla="*/ 2575560 w 8915400"/>
              <a:gd name="connsiteY0" fmla="*/ 1173480 h 2057400"/>
              <a:gd name="connsiteX1" fmla="*/ 6629400 w 8915400"/>
              <a:gd name="connsiteY1" fmla="*/ 381000 h 2057400"/>
              <a:gd name="connsiteX2" fmla="*/ 8915400 w 8915400"/>
              <a:gd name="connsiteY2" fmla="*/ 0 h 2057400"/>
              <a:gd name="connsiteX3" fmla="*/ 8915400 w 8915400"/>
              <a:gd name="connsiteY3" fmla="*/ 2057400 h 2057400"/>
              <a:gd name="connsiteX4" fmla="*/ 0 w 8915400"/>
              <a:gd name="connsiteY4" fmla="*/ 2057400 h 2057400"/>
              <a:gd name="connsiteX5" fmla="*/ 2575560 w 8915400"/>
              <a:gd name="connsiteY5" fmla="*/ 1173480 h 2057400"/>
              <a:gd name="connsiteX0" fmla="*/ 2575560 w 8915400"/>
              <a:gd name="connsiteY0" fmla="*/ 1173480 h 2057400"/>
              <a:gd name="connsiteX1" fmla="*/ 7376160 w 8915400"/>
              <a:gd name="connsiteY1" fmla="*/ 1219200 h 2057400"/>
              <a:gd name="connsiteX2" fmla="*/ 8915400 w 8915400"/>
              <a:gd name="connsiteY2" fmla="*/ 0 h 2057400"/>
              <a:gd name="connsiteX3" fmla="*/ 8915400 w 8915400"/>
              <a:gd name="connsiteY3" fmla="*/ 2057400 h 2057400"/>
              <a:gd name="connsiteX4" fmla="*/ 0 w 8915400"/>
              <a:gd name="connsiteY4" fmla="*/ 2057400 h 2057400"/>
              <a:gd name="connsiteX5" fmla="*/ 2575560 w 8915400"/>
              <a:gd name="connsiteY5" fmla="*/ 1173480 h 2057400"/>
              <a:gd name="connsiteX0" fmla="*/ 2575560 w 8915400"/>
              <a:gd name="connsiteY0" fmla="*/ 1185090 h 2069010"/>
              <a:gd name="connsiteX1" fmla="*/ 7376160 w 8915400"/>
              <a:gd name="connsiteY1" fmla="*/ 1230810 h 2069010"/>
              <a:gd name="connsiteX2" fmla="*/ 8915400 w 8915400"/>
              <a:gd name="connsiteY2" fmla="*/ 11610 h 2069010"/>
              <a:gd name="connsiteX3" fmla="*/ 8915400 w 8915400"/>
              <a:gd name="connsiteY3" fmla="*/ 2069010 h 2069010"/>
              <a:gd name="connsiteX4" fmla="*/ 0 w 8915400"/>
              <a:gd name="connsiteY4" fmla="*/ 2069010 h 2069010"/>
              <a:gd name="connsiteX5" fmla="*/ 2575560 w 8915400"/>
              <a:gd name="connsiteY5" fmla="*/ 1185090 h 2069010"/>
              <a:gd name="connsiteX0" fmla="*/ 2837328 w 9177168"/>
              <a:gd name="connsiteY0" fmla="*/ 1185090 h 2069010"/>
              <a:gd name="connsiteX1" fmla="*/ 7637928 w 9177168"/>
              <a:gd name="connsiteY1" fmla="*/ 1230810 h 2069010"/>
              <a:gd name="connsiteX2" fmla="*/ 9177168 w 9177168"/>
              <a:gd name="connsiteY2" fmla="*/ 11610 h 2069010"/>
              <a:gd name="connsiteX3" fmla="*/ 9177168 w 9177168"/>
              <a:gd name="connsiteY3" fmla="*/ 2069010 h 2069010"/>
              <a:gd name="connsiteX4" fmla="*/ 261768 w 9177168"/>
              <a:gd name="connsiteY4" fmla="*/ 2069010 h 2069010"/>
              <a:gd name="connsiteX5" fmla="*/ 2837328 w 9177168"/>
              <a:gd name="connsiteY5" fmla="*/ 1185090 h 206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77168" h="2069010">
                <a:moveTo>
                  <a:pt x="2837328" y="1185090"/>
                </a:moveTo>
                <a:cubicBezTo>
                  <a:pt x="4066688" y="1045390"/>
                  <a:pt x="6581288" y="1426390"/>
                  <a:pt x="7637928" y="1230810"/>
                </a:cubicBezTo>
                <a:cubicBezTo>
                  <a:pt x="8694568" y="1035230"/>
                  <a:pt x="8920628" y="-128090"/>
                  <a:pt x="9177168" y="11610"/>
                </a:cubicBezTo>
                <a:lnTo>
                  <a:pt x="9177168" y="2069010"/>
                </a:lnTo>
                <a:lnTo>
                  <a:pt x="261768" y="2069010"/>
                </a:lnTo>
                <a:cubicBezTo>
                  <a:pt x="-794872" y="1921690"/>
                  <a:pt x="1607968" y="1324790"/>
                  <a:pt x="2837328" y="118509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B2BB4159-062E-4D55-ADCA-D1EDB4105F75}"/>
              </a:ext>
            </a:extLst>
          </p:cNvPr>
          <p:cNvSpPr/>
          <p:nvPr userDrawn="1"/>
        </p:nvSpPr>
        <p:spPr>
          <a:xfrm>
            <a:off x="11460081" y="-379570"/>
            <a:ext cx="1325563" cy="1325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6E43554-0A6C-465A-8B36-288F385CB340}"/>
              </a:ext>
            </a:extLst>
          </p:cNvPr>
          <p:cNvSpPr/>
          <p:nvPr userDrawn="1"/>
        </p:nvSpPr>
        <p:spPr>
          <a:xfrm>
            <a:off x="9759430" y="456328"/>
            <a:ext cx="527569" cy="5275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3">
            <a:extLst>
              <a:ext uri="{FF2B5EF4-FFF2-40B4-BE49-F238E27FC236}">
                <a16:creationId xmlns:a16="http://schemas.microsoft.com/office/drawing/2014/main" id="{C54BF80F-9CA5-45BA-9C65-7B795DEA0758}"/>
              </a:ext>
            </a:extLst>
          </p:cNvPr>
          <p:cNvSpPr/>
          <p:nvPr userDrawn="1"/>
        </p:nvSpPr>
        <p:spPr>
          <a:xfrm>
            <a:off x="5944128" y="-642852"/>
            <a:ext cx="2300712" cy="1041895"/>
          </a:xfrm>
          <a:custGeom>
            <a:avLst/>
            <a:gdLst>
              <a:gd name="connsiteX0" fmla="*/ 0 w 2164080"/>
              <a:gd name="connsiteY0" fmla="*/ 1082040 h 2164080"/>
              <a:gd name="connsiteX1" fmla="*/ 1082040 w 2164080"/>
              <a:gd name="connsiteY1" fmla="*/ 0 h 2164080"/>
              <a:gd name="connsiteX2" fmla="*/ 2164080 w 2164080"/>
              <a:gd name="connsiteY2" fmla="*/ 1082040 h 2164080"/>
              <a:gd name="connsiteX3" fmla="*/ 1082040 w 2164080"/>
              <a:gd name="connsiteY3" fmla="*/ 2164080 h 2164080"/>
              <a:gd name="connsiteX4" fmla="*/ 0 w 2164080"/>
              <a:gd name="connsiteY4" fmla="*/ 1082040 h 2164080"/>
              <a:gd name="connsiteX0" fmla="*/ 10 w 2164090"/>
              <a:gd name="connsiteY0" fmla="*/ 1082040 h 1542254"/>
              <a:gd name="connsiteX1" fmla="*/ 1082050 w 2164090"/>
              <a:gd name="connsiteY1" fmla="*/ 0 h 1542254"/>
              <a:gd name="connsiteX2" fmla="*/ 2164090 w 2164090"/>
              <a:gd name="connsiteY2" fmla="*/ 1082040 h 1542254"/>
              <a:gd name="connsiteX3" fmla="*/ 1066810 w 2164090"/>
              <a:gd name="connsiteY3" fmla="*/ 1524000 h 1542254"/>
              <a:gd name="connsiteX4" fmla="*/ 10 w 2164090"/>
              <a:gd name="connsiteY4" fmla="*/ 1082040 h 1542254"/>
              <a:gd name="connsiteX0" fmla="*/ 9 w 2910849"/>
              <a:gd name="connsiteY0" fmla="*/ 1087221 h 1534942"/>
              <a:gd name="connsiteX1" fmla="*/ 1082049 w 2910849"/>
              <a:gd name="connsiteY1" fmla="*/ 5181 h 1534942"/>
              <a:gd name="connsiteX2" fmla="*/ 2910849 w 2910849"/>
              <a:gd name="connsiteY2" fmla="*/ 812901 h 1534942"/>
              <a:gd name="connsiteX3" fmla="*/ 1066809 w 2910849"/>
              <a:gd name="connsiteY3" fmla="*/ 1529181 h 1534942"/>
              <a:gd name="connsiteX4" fmla="*/ 9 w 2910849"/>
              <a:gd name="connsiteY4" fmla="*/ 1087221 h 1534942"/>
              <a:gd name="connsiteX0" fmla="*/ 4 w 3383284"/>
              <a:gd name="connsiteY0" fmla="*/ 581891 h 1532146"/>
              <a:gd name="connsiteX1" fmla="*/ 1554484 w 3383284"/>
              <a:gd name="connsiteY1" fmla="*/ 2771 h 1532146"/>
              <a:gd name="connsiteX2" fmla="*/ 3383284 w 3383284"/>
              <a:gd name="connsiteY2" fmla="*/ 810491 h 1532146"/>
              <a:gd name="connsiteX3" fmla="*/ 1539244 w 3383284"/>
              <a:gd name="connsiteY3" fmla="*/ 1526771 h 1532146"/>
              <a:gd name="connsiteX4" fmla="*/ 4 w 3383284"/>
              <a:gd name="connsiteY4" fmla="*/ 581891 h 153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83284" h="1532146">
                <a:moveTo>
                  <a:pt x="4" y="581891"/>
                </a:moveTo>
                <a:cubicBezTo>
                  <a:pt x="2544" y="327891"/>
                  <a:pt x="990604" y="-35329"/>
                  <a:pt x="1554484" y="2771"/>
                </a:cubicBezTo>
                <a:cubicBezTo>
                  <a:pt x="2118364" y="40871"/>
                  <a:pt x="3383284" y="212897"/>
                  <a:pt x="3383284" y="810491"/>
                </a:cubicBezTo>
                <a:cubicBezTo>
                  <a:pt x="3383284" y="1408085"/>
                  <a:pt x="2103124" y="1564871"/>
                  <a:pt x="1539244" y="1526771"/>
                </a:cubicBezTo>
                <a:cubicBezTo>
                  <a:pt x="975364" y="1488671"/>
                  <a:pt x="-2536" y="835891"/>
                  <a:pt x="4" y="58189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29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100DD-FE26-4E84-83E1-21635FC3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E4BD14-CBD1-4640-8891-E657DC172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AF2DCF-32E5-438E-BD6B-4D7664AA1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D09218-D9B3-45B1-A15F-57011222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B1FF2B-25F0-41A6-B7A0-7D2E0F54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01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04F688-BEEE-45A9-B2BF-9A8311D5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C47078-D592-4E92-A360-0B62DBF65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BA15DB-2710-415A-9622-7F6DFCAF5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48ED56-8B69-4AAE-A044-E0B898EB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ECC586-FDEF-42E1-B43B-C8F75255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8F24D-32CE-4FCC-8F33-2E25CAD5C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3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1CFF6-6B70-47BF-B664-07A55EC01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8921D4-6E11-49FC-A619-3FDC6F0E1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2CE726-152B-4C7A-8A7F-5B171C14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A92744-069E-45CF-B703-F62D573C1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5A1428B-8180-4CD2-BE33-AA460924F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DA0DBBD-4E60-48D7-B63E-24388624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D134964-60D3-49EB-BDC9-E15D0C43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25F8E9-1DC1-403F-8644-76DC1ABDC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12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A8604-996B-4ED2-AC38-4070B1F16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BB37C5-8FEC-4887-83DD-2DE81AD7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B272F1A-A7A8-4369-96BE-B1FAB702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515F1B-C701-450A-A800-C5AEBBC1C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3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C8E4225E-5737-4BFD-B894-27CCF4ECA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511969"/>
            <a:ext cx="3733800" cy="5834062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B3556BB-95D3-4276-BDF0-67AB4E3C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390" y="365125"/>
            <a:ext cx="641141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83644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C8E4225E-5737-4BFD-B894-27CCF4ECA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5559" y="1970484"/>
            <a:ext cx="3031121" cy="2917031"/>
          </a:xfrm>
        </p:spPr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F8A0A-A23D-4ABC-93BD-D1E9D2156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5">
            <a:extLst>
              <a:ext uri="{FF2B5EF4-FFF2-40B4-BE49-F238E27FC236}">
                <a16:creationId xmlns:a16="http://schemas.microsoft.com/office/drawing/2014/main" id="{A1A7AD3F-1CA5-4B76-9747-23457E3531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22679" y="1970484"/>
            <a:ext cx="3031121" cy="2917031"/>
          </a:xfrm>
        </p:spPr>
        <p:txBody>
          <a:bodyPr/>
          <a:lstStyle/>
          <a:p>
            <a:endParaRPr lang="ru-RU"/>
          </a:p>
        </p:txBody>
      </p:sp>
      <p:sp>
        <p:nvSpPr>
          <p:cNvPr id="5" name="Рисунок 5">
            <a:extLst>
              <a:ext uri="{FF2B5EF4-FFF2-40B4-BE49-F238E27FC236}">
                <a16:creationId xmlns:a16="http://schemas.microsoft.com/office/drawing/2014/main" id="{C4D8A349-1CB9-4719-944F-E3CD8832CE6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38200" y="1970484"/>
            <a:ext cx="3031121" cy="2917031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148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4A1F08E-288A-4A74-9A24-BF8D57633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47F55CD0-7A61-4152-9023-0259C95CB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3785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0184B-0CDF-4EC9-96EF-4CCB88122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9048CB-9066-4DBC-8DD9-CE4E6A1AC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F3ACCA-6206-4FDA-81FC-6A4C70247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769BD4-5179-4860-80B2-D9117D42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93F6A3-1EFC-4D5F-A4DF-BDAE6AA5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4CF6FA-3A7C-4915-B49E-5C59BDAB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99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3E658-8BE2-4732-A5ED-97438E88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21B0FA-D238-4DA8-9C16-C867C943E1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73A5D26-E7D0-4CD0-9915-CAEC4671A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208A5B-1751-4F53-A9C5-FB6A94EB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3AB6BD-1EF3-43A1-AE95-5B22039C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815CA0-A959-41C7-B064-65FDC7CA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60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B32843-DE94-4500-B69C-C9B3CD78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B48186-D8A7-478A-AF2F-CB7200ACD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35A106-6F28-48CA-9E13-456BE870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830E3D-E7FD-48F4-8626-F8FA80212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78908E-6AE5-41F5-A3C6-C255120D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489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8BFD2EC-27B2-4987-894F-F7C580344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2A63C9-4F6D-4C5D-8D1E-6EA1102F4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DFD915-5730-407C-AA52-0D199665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8A1744-3D4B-4D97-B0C1-91D4F729D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A4EB7E-3DB9-4E5D-A820-BB697FDD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188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presentation-creation.ru/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D4332-F0AC-4B52-BDD1-DE2FDD0FB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59A006-A2BC-4D42-B9D0-3DFE57D87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7175806-A6CB-4AA6-8398-F0149725A6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DBA29-2747-4441-A711-7B639E784FD2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32DAC1-AFF6-4E1E-9974-6B24A2126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B1665E-B07D-4CE3-BFBD-4BAA75DF1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90D9B-FA0C-4FC5-A6D5-56B8065EC702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5"/>
            <a:extLst>
              <a:ext uri="{FF2B5EF4-FFF2-40B4-BE49-F238E27FC236}">
                <a16:creationId xmlns:a16="http://schemas.microsoft.com/office/drawing/2014/main" id="{AFA385BA-BB58-4C3A-8CD0-11C20D45520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72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61" r:id="rId9"/>
    <p:sldLayoutId id="2147483656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55DB1-1F63-49FB-B5B2-333E2DF87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8275" y="2750633"/>
            <a:ext cx="6406217" cy="1356734"/>
          </a:xfrm>
        </p:spPr>
        <p:txBody>
          <a:bodyPr>
            <a:normAutofit/>
          </a:bodyPr>
          <a:lstStyle/>
          <a:p>
            <a:r>
              <a:rPr lang="ru-RU" sz="8000" b="1" cap="all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Бизнес 4.0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DABA03FE-4E23-48A3-9025-3BB03C69F3FE}"/>
              </a:ext>
            </a:extLst>
          </p:cNvPr>
          <p:cNvSpPr/>
          <p:nvPr/>
        </p:nvSpPr>
        <p:spPr>
          <a:xfrm>
            <a:off x="867508" y="1406769"/>
            <a:ext cx="4196861" cy="4352224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BF5A61-5079-4079-838A-1619DB5DA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705" y="1638215"/>
            <a:ext cx="3581570" cy="358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9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BEF67-49D3-4CFE-83FA-7B2AD5B69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90642"/>
            <a:ext cx="101346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87B772-2180-47BA-A697-D4ED066ED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0389" y="1589087"/>
            <a:ext cx="8877300" cy="448627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>
                <a:ea typeface="Yu Gothic UI" panose="020B0500000000000000" pitchFamily="34" charset="-128"/>
              </a:rPr>
              <a:t>Создать совместную веб-IDE.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ea typeface="Yu Gothic UI" panose="020B0500000000000000" pitchFamily="34" charset="-128"/>
              </a:rPr>
              <a:t>Интегрировать AI-агента для анализа кода в реальном времени.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ea typeface="Yu Gothic UI" panose="020B0500000000000000" pitchFamily="34" charset="-128"/>
              </a:rPr>
              <a:t>Обеспечить одновременную работу нескольких студентов в одном файле.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ea typeface="Yu Gothic UI" panose="020B0500000000000000" pitchFamily="34" charset="-128"/>
              </a:rPr>
              <a:t>Предоставить песочницу для выполнения кода прямо </a:t>
            </a:r>
            <a:r>
              <a:rPr lang="ru-RU" sz="2400">
                <a:ea typeface="Yu Gothic UI" panose="020B0500000000000000" pitchFamily="34" charset="-128"/>
              </a:rPr>
              <a:t>в браузере.</a:t>
            </a:r>
            <a:endParaRPr lang="ru-RU" sz="2400" dirty="0">
              <a:ea typeface="Yu Gothic UI" panose="020B0500000000000000" pitchFamily="34" charset="-128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AD25833-C0A5-4D94-812F-F0C70F422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542" y="1846474"/>
            <a:ext cx="609685" cy="6096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134C816-2463-49DC-B042-64598563D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36" y="2819315"/>
            <a:ext cx="609685" cy="6096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85FDB58-8167-4100-9B2B-4B8A9BC6B9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336" y="3832225"/>
            <a:ext cx="609685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15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1860F4F-91F4-45B0-A579-6DEC0773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6027"/>
            <a:ext cx="10515600" cy="1325563"/>
          </a:xfrm>
        </p:spPr>
        <p:txBody>
          <a:bodyPr/>
          <a:lstStyle/>
          <a:p>
            <a:pPr algn="ctr"/>
            <a:r>
              <a:rPr lang="ru-RU" dirty="0">
                <a:latin typeface="Yu Gothic UI" panose="020B0500000000000000" pitchFamily="34" charset="-128"/>
                <a:ea typeface="Yu Gothic UI" panose="020B0500000000000000" pitchFamily="34" charset="-128"/>
              </a:rPr>
              <a:t>Использованные наборы технологий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CEABBE51-C13D-4483-927A-35DF0E92EF1F}"/>
              </a:ext>
            </a:extLst>
          </p:cNvPr>
          <p:cNvSpPr txBox="1">
            <a:spLocks/>
          </p:cNvSpPr>
          <p:nvPr/>
        </p:nvSpPr>
        <p:spPr>
          <a:xfrm>
            <a:off x="4695558" y="5532701"/>
            <a:ext cx="3031121" cy="11188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AE9055FA-8EBE-41D1-B268-FA26FD406FE5}"/>
              </a:ext>
            </a:extLst>
          </p:cNvPr>
          <p:cNvSpPr txBox="1">
            <a:spLocks/>
          </p:cNvSpPr>
          <p:nvPr/>
        </p:nvSpPr>
        <p:spPr>
          <a:xfrm>
            <a:off x="838200" y="5532701"/>
            <a:ext cx="3031121" cy="11188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160CBB1-A8C5-42F3-A6D1-E1AF859633B3}"/>
              </a:ext>
            </a:extLst>
          </p:cNvPr>
          <p:cNvSpPr/>
          <p:nvPr/>
        </p:nvSpPr>
        <p:spPr>
          <a:xfrm>
            <a:off x="4469280" y="4964588"/>
            <a:ext cx="3253436" cy="1222345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Frontend: React, Monaco Editor, </a:t>
            </a:r>
            <a:r>
              <a:rPr lang="en-US" sz="2000" dirty="0" err="1">
                <a:solidFill>
                  <a:schemeClr val="bg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Yjs</a:t>
            </a:r>
            <a:r>
              <a:rPr lang="en-US" sz="2000" dirty="0">
                <a:solidFill>
                  <a:schemeClr val="bg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+ WebSocket, Xterm.js</a:t>
            </a:r>
            <a:endParaRPr lang="ru-RU" sz="2000" dirty="0">
              <a:solidFill>
                <a:schemeClr val="bg1"/>
              </a:solidFill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188A844D-5EE0-4517-BA08-AABEF3150E78}"/>
              </a:ext>
            </a:extLst>
          </p:cNvPr>
          <p:cNvSpPr/>
          <p:nvPr/>
        </p:nvSpPr>
        <p:spPr>
          <a:xfrm>
            <a:off x="798766" y="4960421"/>
            <a:ext cx="3253436" cy="1222345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Backend</a:t>
            </a:r>
            <a:r>
              <a:rPr lang="ru-RU" sz="2200" dirty="0">
                <a:solidFill>
                  <a:schemeClr val="bg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:</a:t>
            </a:r>
            <a:r>
              <a:rPr lang="en-US" sz="2200" dirty="0">
                <a:solidFill>
                  <a:schemeClr val="bg1"/>
                </a:solidFill>
                <a:latin typeface="Yu Gothic UI" panose="020B0500000000000000" pitchFamily="34" charset="-128"/>
                <a:ea typeface="Yu Gothic UI" panose="020B0500000000000000" pitchFamily="34" charset="-128"/>
              </a:rPr>
              <a:t> Node.js, PostgreSQL, Docker 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F54EF36A-06C8-4CFC-B681-E3656DA8FF63}"/>
              </a:ext>
            </a:extLst>
          </p:cNvPr>
          <p:cNvSpPr/>
          <p:nvPr/>
        </p:nvSpPr>
        <p:spPr>
          <a:xfrm>
            <a:off x="8074990" y="4960422"/>
            <a:ext cx="3325096" cy="1245764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Локальный </a:t>
            </a:r>
            <a:r>
              <a:rPr lang="en-US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AI</a:t>
            </a:r>
            <a:r>
              <a:rPr lang="ru-RU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-анализатор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C1DCF2-1329-4C9E-996E-A60A635D2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671" y="1304594"/>
            <a:ext cx="3581850" cy="366786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Графика,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C699B52-0982-4B8A-AA21-F653F2883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579" y="2472497"/>
            <a:ext cx="3066049" cy="956503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66CB1A9E-516B-4F28-B52F-6BD8417FC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313" y="2034781"/>
            <a:ext cx="2417354" cy="241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57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71860F4F-91F4-45B0-A579-6DEC07735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627"/>
            <a:ext cx="10515600" cy="1325563"/>
          </a:xfrm>
        </p:spPr>
        <p:txBody>
          <a:bodyPr/>
          <a:lstStyle/>
          <a:p>
            <a:r>
              <a:rPr lang="ru-RU" dirty="0"/>
              <a:t>Решение кейса</a:t>
            </a: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AE9055FA-8EBE-41D1-B268-FA26FD406FE5}"/>
              </a:ext>
            </a:extLst>
          </p:cNvPr>
          <p:cNvSpPr txBox="1">
            <a:spLocks/>
          </p:cNvSpPr>
          <p:nvPr/>
        </p:nvSpPr>
        <p:spPr>
          <a:xfrm>
            <a:off x="838200" y="5532701"/>
            <a:ext cx="3031121" cy="11188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6B7CDA-1638-4A96-A61F-31693A92B8AE}"/>
              </a:ext>
            </a:extLst>
          </p:cNvPr>
          <p:cNvSpPr txBox="1"/>
          <p:nvPr/>
        </p:nvSpPr>
        <p:spPr>
          <a:xfrm>
            <a:off x="928657" y="1769190"/>
            <a:ext cx="377066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49263" algn="just">
              <a:buFont typeface="Arial" panose="020B0604020202020204" pitchFamily="34" charset="0"/>
              <a:buChar char="•"/>
              <a:tabLst>
                <a:tab pos="717550" algn="l"/>
              </a:tabLst>
            </a:pPr>
            <a:r>
              <a:rPr lang="ru-RU" sz="2400" i="0" dirty="0">
                <a:effectLst/>
              </a:rPr>
              <a:t>Регистрация и вход пользователей </a:t>
            </a:r>
          </a:p>
          <a:p>
            <a:pPr indent="449263" algn="just">
              <a:buFont typeface="Arial" panose="020B0604020202020204" pitchFamily="34" charset="0"/>
              <a:buChar char="•"/>
              <a:tabLst>
                <a:tab pos="717550" algn="l"/>
              </a:tabLst>
            </a:pPr>
            <a:r>
              <a:rPr lang="ru-RU" sz="2400" i="0" dirty="0">
                <a:effectLst/>
              </a:rPr>
              <a:t>Персональные агенты </a:t>
            </a:r>
          </a:p>
          <a:p>
            <a:pPr indent="449263" algn="just">
              <a:buFont typeface="Arial" panose="020B0604020202020204" pitchFamily="34" charset="0"/>
              <a:buChar char="•"/>
              <a:tabLst>
                <a:tab pos="717550" algn="l"/>
              </a:tabLst>
            </a:pPr>
            <a:r>
              <a:rPr lang="ru-RU" sz="2400" i="0" dirty="0">
                <a:effectLst/>
              </a:rPr>
              <a:t>Внедрение контекста 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362E02-D763-4571-B292-27E927163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769" y="781678"/>
            <a:ext cx="4727505" cy="5017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92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17AC188-A33A-409A-B271-EB8CBEF94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71516"/>
            <a:ext cx="10134600" cy="1325563"/>
          </a:xfrm>
        </p:spPr>
        <p:txBody>
          <a:bodyPr/>
          <a:lstStyle/>
          <a:p>
            <a:pPr algn="ctr"/>
            <a:r>
              <a:rPr lang="ru-RU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Схема работы проекта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A0A076FC-B275-4274-98A1-02A59ECE32E3}"/>
              </a:ext>
            </a:extLst>
          </p:cNvPr>
          <p:cNvSpPr/>
          <p:nvPr/>
        </p:nvSpPr>
        <p:spPr>
          <a:xfrm>
            <a:off x="247049" y="2685448"/>
            <a:ext cx="2662989" cy="235818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Запуск бэкенда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6C1D9C8F-8088-4D0C-BDEC-0566D9D4EB10}"/>
              </a:ext>
            </a:extLst>
          </p:cNvPr>
          <p:cNvSpPr/>
          <p:nvPr/>
        </p:nvSpPr>
        <p:spPr>
          <a:xfrm>
            <a:off x="6511491" y="2685447"/>
            <a:ext cx="2534653" cy="2358189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Вход на сайт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A614A00-A5F8-4F78-898A-31A7F2ABBE8A}"/>
              </a:ext>
            </a:extLst>
          </p:cNvPr>
          <p:cNvSpPr/>
          <p:nvPr/>
        </p:nvSpPr>
        <p:spPr>
          <a:xfrm>
            <a:off x="3551722" y="2685446"/>
            <a:ext cx="2662989" cy="2358190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Запуск </a:t>
            </a:r>
            <a:r>
              <a:rPr lang="ru-RU" sz="2200" dirty="0" err="1">
                <a:latin typeface="Yu Gothic UI" panose="020B0500000000000000" pitchFamily="34" charset="-128"/>
                <a:ea typeface="Yu Gothic UI" panose="020B0500000000000000" pitchFamily="34" charset="-128"/>
              </a:rPr>
              <a:t>фронтенда</a:t>
            </a:r>
            <a:endParaRPr lang="ru-RU" sz="2200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99A6B1-2083-41ED-9842-59C7A938B5D9}"/>
              </a:ext>
            </a:extLst>
          </p:cNvPr>
          <p:cNvSpPr/>
          <p:nvPr/>
        </p:nvSpPr>
        <p:spPr>
          <a:xfrm>
            <a:off x="9391048" y="2685448"/>
            <a:ext cx="2553903" cy="235818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2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Работа и наблюдение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DE0D560-ECE4-4CC1-9BCD-1B1D441AAE09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2910038" y="3864541"/>
            <a:ext cx="6416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CC0D541-0664-476C-8F10-1E0E0D94C24A}"/>
              </a:ext>
            </a:extLst>
          </p:cNvPr>
          <p:cNvCxnSpPr>
            <a:cxnSpLocks/>
            <a:stCxn id="8" idx="6"/>
            <a:endCxn id="5" idx="2"/>
          </p:cNvCxnSpPr>
          <p:nvPr/>
        </p:nvCxnSpPr>
        <p:spPr>
          <a:xfrm>
            <a:off x="6214711" y="3864541"/>
            <a:ext cx="29678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09FE739E-6609-4D93-A455-9B1EE5BF2A14}"/>
              </a:ext>
            </a:extLst>
          </p:cNvPr>
          <p:cNvCxnSpPr>
            <a:cxnSpLocks/>
            <a:stCxn id="5" idx="6"/>
            <a:endCxn id="9" idx="2"/>
          </p:cNvCxnSpPr>
          <p:nvPr/>
        </p:nvCxnSpPr>
        <p:spPr>
          <a:xfrm>
            <a:off x="9046144" y="3864542"/>
            <a:ext cx="3449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05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9">
            <a:extLst>
              <a:ext uri="{FF2B5EF4-FFF2-40B4-BE49-F238E27FC236}">
                <a16:creationId xmlns:a16="http://schemas.microsoft.com/office/drawing/2014/main" id="{F06683A6-41C6-4ADF-918B-3390CB9CAAAC}"/>
              </a:ext>
            </a:extLst>
          </p:cNvPr>
          <p:cNvSpPr txBox="1">
            <a:spLocks/>
          </p:cNvSpPr>
          <p:nvPr/>
        </p:nvSpPr>
        <p:spPr>
          <a:xfrm>
            <a:off x="1070969" y="980257"/>
            <a:ext cx="10050059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4D9D182-0263-4B08-86AC-0606DB99C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693" y="2601772"/>
            <a:ext cx="5274609" cy="306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1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2075</TotalTime>
  <Words>91</Words>
  <Application>Microsoft Office PowerPoint</Application>
  <PresentationFormat>Широкоэкранный</PresentationFormat>
  <Paragraphs>21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Yu Gothic UI</vt:lpstr>
      <vt:lpstr>Yu Gothic UI Semibold</vt:lpstr>
      <vt:lpstr>Arial</vt:lpstr>
      <vt:lpstr>Calibri</vt:lpstr>
      <vt:lpstr>Calibri Light</vt:lpstr>
      <vt:lpstr>Тема Office</vt:lpstr>
      <vt:lpstr>Бизнес 4.0</vt:lpstr>
      <vt:lpstr>Цели</vt:lpstr>
      <vt:lpstr>Использованные наборы технологий</vt:lpstr>
      <vt:lpstr>Решение кейса</vt:lpstr>
      <vt:lpstr>Схема работы проекта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 Obstinate</dc:creator>
  <cp:lastModifiedBy>maximusdg07@mail.ru</cp:lastModifiedBy>
  <cp:revision>22</cp:revision>
  <dcterms:created xsi:type="dcterms:W3CDTF">2021-12-04T15:07:55Z</dcterms:created>
  <dcterms:modified xsi:type="dcterms:W3CDTF">2026-04-02T10:42:11Z</dcterms:modified>
</cp:coreProperties>
</file>